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Garamond" panose="02020404030301010803" pitchFamily="18" charset="0"/>
      <p:regular r:id="rId10"/>
      <p:bold r:id="rId11"/>
      <p:italic r:id="rId12"/>
      <p:boldItalic r:id="rId13"/>
    </p:embeddedFont>
    <p:embeddedFont>
      <p:font typeface="Oswald" panose="000005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>
        <p:scale>
          <a:sx n="66" d="100"/>
          <a:sy n="66" d="100"/>
        </p:scale>
        <p:origin x="1320" y="3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914400" y="-551536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4000" b="1" dirty="0" err="1">
                <a:solidFill>
                  <a:schemeClr val="dk2"/>
                </a:solidFill>
                <a:latin typeface="Garamond"/>
              </a:rPr>
              <a:t>CodeCatalyst</a:t>
            </a:r>
            <a:r>
              <a:rPr lang="en-US" sz="4000" b="1" dirty="0">
                <a:solidFill>
                  <a:schemeClr val="dk2"/>
                </a:solidFill>
                <a:latin typeface="Garamond"/>
              </a:rPr>
              <a:t> -</a:t>
            </a:r>
            <a:r>
              <a:rPr lang="en-US" sz="4000" b="1" dirty="0">
                <a:solidFill>
                  <a:schemeClr val="dk2"/>
                </a:solidFill>
                <a:latin typeface="Garamond"/>
                <a:sym typeface="Garamond"/>
              </a:rPr>
              <a:t> </a:t>
            </a:r>
            <a:r>
              <a:rPr lang="en-US" sz="4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2025</a:t>
            </a:r>
            <a:endParaRPr sz="4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31285" y="1633998"/>
            <a:ext cx="7387037" cy="406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 –</a:t>
            </a:r>
            <a:endParaRPr dirty="0"/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 dirty="0"/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Category- </a:t>
            </a:r>
            <a:r>
              <a:rPr lang="en-US" sz="1600" b="1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/ Hardware / Machine Learning</a:t>
            </a:r>
            <a:endParaRPr i="1" dirty="0"/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 - </a:t>
            </a:r>
            <a:endParaRPr dirty="0"/>
          </a:p>
          <a:p>
            <a:pPr marL="285750" marR="0" lvl="0" indent="-285750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 </a:t>
            </a:r>
            <a:r>
              <a:rPr lang="en-US" sz="2400" b="1" dirty="0">
                <a:solidFill>
                  <a:schemeClr val="dk1"/>
                </a:solidFill>
              </a:rPr>
              <a:t>-</a:t>
            </a:r>
            <a:endParaRPr sz="24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C7534A6-D582-E67C-4604-55A5AC83A66D}"/>
              </a:ext>
            </a:extLst>
          </p:cNvPr>
          <p:cNvSpPr/>
          <p:nvPr/>
        </p:nvSpPr>
        <p:spPr>
          <a:xfrm>
            <a:off x="7718322" y="1698522"/>
            <a:ext cx="3539612" cy="3460955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IDEA TITLE</a:t>
            </a:r>
            <a:endParaRPr sz="240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-1" y="2064921"/>
            <a:ext cx="12191999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Noto Sans Symbols"/>
              <a:buChar char="❖"/>
            </a:pPr>
            <a:r>
              <a:rPr lang="en-US" sz="3200" b="1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Proposed Solution (Describe your Idea/Solution/Prototype)</a:t>
            </a:r>
            <a:endParaRPr sz="32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u="sng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How it addresses the problem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 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2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5" name="Google Shape;105;p14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0F328-3C1B-C4E1-23EE-436A467BD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751" y="245459"/>
            <a:ext cx="3876225" cy="629612"/>
          </a:xfrm>
          <a:prstGeom prst="rect">
            <a:avLst/>
          </a:prstGeom>
        </p:spPr>
      </p:pic>
      <p:sp>
        <p:nvSpPr>
          <p:cNvPr id="6" name="Google Shape;162;p19">
            <a:extLst>
              <a:ext uri="{FF2B5EF4-FFF2-40B4-BE49-F238E27FC236}">
                <a16:creationId xmlns:a16="http://schemas.microsoft.com/office/drawing/2014/main" id="{46DA496D-E7CC-CCB8-C672-74A77BD21DA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48200" y="6423818"/>
            <a:ext cx="32035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dirty="0" err="1">
                <a:solidFill>
                  <a:srgbClr val="FFFFFF"/>
                </a:solidFill>
              </a:rPr>
              <a:t>CodeCatalyst</a:t>
            </a:r>
            <a:r>
              <a:rPr lang="en-US" dirty="0">
                <a:solidFill>
                  <a:srgbClr val="FFFFFF"/>
                </a:solidFill>
              </a:rPr>
              <a:t> – 2025 Hackathon 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sz="2400" dirty="0"/>
          </a:p>
        </p:txBody>
      </p:sp>
      <p:sp>
        <p:nvSpPr>
          <p:cNvPr id="114" name="Google Shape;114;p15"/>
          <p:cNvSpPr txBox="1"/>
          <p:nvPr/>
        </p:nvSpPr>
        <p:spPr>
          <a:xfrm>
            <a:off x="609600" y="2533653"/>
            <a:ext cx="9385300" cy="1815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Technologies to be used (e.g. programming languages, frameworks, hardware)</a:t>
            </a:r>
            <a:endParaRPr/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 and process for implementation (Flow Charts/Images/ working prototype)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lt1"/>
                </a:solidFill>
              </a:rPr>
              <a:t>3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17" name="Google Shape;117;p15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9AB2D-8402-8F99-635E-A971A60B6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751" y="245459"/>
            <a:ext cx="3876225" cy="629612"/>
          </a:xfrm>
          <a:prstGeom prst="rect">
            <a:avLst/>
          </a:prstGeom>
        </p:spPr>
      </p:pic>
      <p:sp>
        <p:nvSpPr>
          <p:cNvPr id="5" name="Google Shape;162;p19">
            <a:extLst>
              <a:ext uri="{FF2B5EF4-FFF2-40B4-BE49-F238E27FC236}">
                <a16:creationId xmlns:a16="http://schemas.microsoft.com/office/drawing/2014/main" id="{E3611AD5-0D69-FEF8-B39C-40BFC69FB2F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43120" y="6423818"/>
            <a:ext cx="32035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dirty="0" err="1">
                <a:solidFill>
                  <a:srgbClr val="FFFFFF"/>
                </a:solidFill>
              </a:rPr>
              <a:t>CodeCatalyst</a:t>
            </a:r>
            <a:r>
              <a:rPr lang="en-US" dirty="0">
                <a:solidFill>
                  <a:srgbClr val="FFFFFF"/>
                </a:solidFill>
              </a:rPr>
              <a:t> – 2025 Hackathon 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>
            <a:spLocks noGrp="1"/>
          </p:cNvSpPr>
          <p:nvPr>
            <p:ph type="title"/>
          </p:nvPr>
        </p:nvSpPr>
        <p:spPr>
          <a:xfrm>
            <a:off x="329773" y="-4073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sz="2400" dirty="0"/>
          </a:p>
        </p:txBody>
      </p:sp>
      <p:sp>
        <p:nvSpPr>
          <p:cNvPr id="126" name="Google Shape;126;p16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6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512C6C-FF2E-0EE6-86CD-185A8C7AA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751" y="245459"/>
            <a:ext cx="3876225" cy="629612"/>
          </a:xfrm>
          <a:prstGeom prst="rect">
            <a:avLst/>
          </a:prstGeom>
        </p:spPr>
      </p:pic>
      <p:sp>
        <p:nvSpPr>
          <p:cNvPr id="4" name="Google Shape;162;p19">
            <a:extLst>
              <a:ext uri="{FF2B5EF4-FFF2-40B4-BE49-F238E27FC236}">
                <a16:creationId xmlns:a16="http://schemas.microsoft.com/office/drawing/2014/main" id="{1CE1BA2F-5541-4FF5-AF21-57DED515D6C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48200" y="6423818"/>
            <a:ext cx="32035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dirty="0" err="1">
                <a:solidFill>
                  <a:srgbClr val="FFFFFF"/>
                </a:solidFill>
              </a:rPr>
              <a:t>CodeCatalyst</a:t>
            </a:r>
            <a:r>
              <a:rPr lang="en-US" dirty="0">
                <a:solidFill>
                  <a:srgbClr val="FFFFFF"/>
                </a:solidFill>
              </a:rPr>
              <a:t> – 2025 Hackathon 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sz="2400"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609600" y="2533653"/>
            <a:ext cx="93853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/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/>
          </a:p>
        </p:txBody>
      </p:sp>
      <p:sp>
        <p:nvSpPr>
          <p:cNvPr id="139" name="Google Shape;139;p1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1" name="Google Shape;141;p17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51448D-0928-AC04-CF56-00763CC89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751" y="245459"/>
            <a:ext cx="3876225" cy="629612"/>
          </a:xfrm>
          <a:prstGeom prst="rect">
            <a:avLst/>
          </a:prstGeom>
        </p:spPr>
      </p:pic>
      <p:sp>
        <p:nvSpPr>
          <p:cNvPr id="5" name="Google Shape;162;p19">
            <a:extLst>
              <a:ext uri="{FF2B5EF4-FFF2-40B4-BE49-F238E27FC236}">
                <a16:creationId xmlns:a16="http://schemas.microsoft.com/office/drawing/2014/main" id="{9020CBA9-DE4E-A716-E2E0-B6C4A9ECFA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48200" y="6423818"/>
            <a:ext cx="32035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dirty="0" err="1">
                <a:solidFill>
                  <a:srgbClr val="FFFFFF"/>
                </a:solidFill>
              </a:rPr>
              <a:t>CodeCatalyst</a:t>
            </a:r>
            <a:r>
              <a:rPr lang="en-US" dirty="0">
                <a:solidFill>
                  <a:srgbClr val="FFFFFF"/>
                </a:solidFill>
              </a:rPr>
              <a:t> – 2025 Hackathon 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400" dirty="0"/>
          </a:p>
        </p:txBody>
      </p:sp>
      <p:sp>
        <p:nvSpPr>
          <p:cNvPr id="150" name="Google Shape;150;p18"/>
          <p:cNvSpPr txBox="1"/>
          <p:nvPr/>
        </p:nvSpPr>
        <p:spPr>
          <a:xfrm>
            <a:off x="609600" y="2795263"/>
            <a:ext cx="93853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3" name="Google Shape;153;p1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Team 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4FEEAE-747C-7B9E-1D1A-D36150F7A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751" y="245459"/>
            <a:ext cx="3876225" cy="629612"/>
          </a:xfrm>
          <a:prstGeom prst="rect">
            <a:avLst/>
          </a:prstGeom>
        </p:spPr>
      </p:pic>
      <p:sp>
        <p:nvSpPr>
          <p:cNvPr id="6" name="Google Shape;162;p19">
            <a:extLst>
              <a:ext uri="{FF2B5EF4-FFF2-40B4-BE49-F238E27FC236}">
                <a16:creationId xmlns:a16="http://schemas.microsoft.com/office/drawing/2014/main" id="{CE3524EF-48E5-68C6-EB9D-235515B30A6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653280" y="6423818"/>
            <a:ext cx="32035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dirty="0" err="1">
                <a:solidFill>
                  <a:srgbClr val="FFFFFF"/>
                </a:solidFill>
              </a:rPr>
              <a:t>CodeCatalyst</a:t>
            </a:r>
            <a:r>
              <a:rPr lang="en-US" dirty="0">
                <a:solidFill>
                  <a:srgbClr val="FFFFFF"/>
                </a:solidFill>
              </a:rPr>
              <a:t> – 2025 Hackathon 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dist="23000" dir="5400000" rotWithShape="0">
              <a:srgbClr val="80808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lang="en-US" sz="12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7</a:t>
            </a:fld>
            <a:endParaRPr sz="12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2" name="Google Shape;162;p19"/>
          <p:cNvSpPr txBox="1">
            <a:spLocks noGrp="1"/>
          </p:cNvSpPr>
          <p:nvPr>
            <p:ph type="ftr" idx="11"/>
          </p:nvPr>
        </p:nvSpPr>
        <p:spPr>
          <a:xfrm>
            <a:off x="4648200" y="6423818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 dirty="0" err="1">
                <a:solidFill>
                  <a:srgbClr val="FFFFFF"/>
                </a:solidFill>
              </a:rPr>
              <a:t>CodeCatalyst</a:t>
            </a:r>
            <a:r>
              <a:rPr lang="en-US" dirty="0">
                <a:solidFill>
                  <a:srgbClr val="FFFFFF"/>
                </a:solidFill>
              </a:rPr>
              <a:t> – 2025 Hackathon </a:t>
            </a:r>
            <a:endParaRPr sz="1200" b="0" i="0" u="none" strike="noStrike" cap="none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0" y="1791032"/>
            <a:ext cx="12192000" cy="4319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DAE5F1"/>
          </a:solidFill>
          <a:ln w="38100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Kindly keep the maximum slides limit up to six </a:t>
            </a:r>
            <a:r>
              <a:rPr lang="en-US" sz="1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(6). 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 Including the title slide) 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Try to avoid paragraphs and post your idea in points / diagrams / Infographics / pictures 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your explanation precise and easy to understand 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can only use provided 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template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making the </a:t>
            </a: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without changing the idea details pointers (mentioned in previous slides).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need to save the file in PDF and upload the same on </a:t>
            </a:r>
            <a:r>
              <a:rPr lang="en-US" sz="1800" b="1" dirty="0">
                <a:solidFill>
                  <a:schemeClr val="dk1"/>
                </a:solidFill>
              </a:rPr>
              <a:t>the given Project Submission Portal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No PPT, Word Doc or any other format will be supported.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Note - You can delete this slide (Important Pointers) when you upload the details of your </a:t>
            </a:r>
            <a:r>
              <a:rPr lang="en-US" sz="1800" b="1" dirty="0">
                <a:solidFill>
                  <a:srgbClr val="C00000"/>
                </a:solidFill>
              </a:rPr>
              <a:t>PPT</a:t>
            </a:r>
            <a:endParaRPr sz="1800" b="1" dirty="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Instructions</a:t>
            </a:r>
          </a:p>
        </p:txBody>
      </p:sp>
      <p:sp>
        <p:nvSpPr>
          <p:cNvPr id="166" name="Google Shape;166;p19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Please ensure below pointers are met while submitting the PPT: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38EE73-098A-E70E-CB43-64FA72401C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751" y="245459"/>
            <a:ext cx="3876225" cy="6296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319</Words>
  <Application>Microsoft Office PowerPoint</Application>
  <PresentationFormat>Widescreen</PresentationFormat>
  <Paragraphs>60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Times New Roman</vt:lpstr>
      <vt:lpstr>Arial</vt:lpstr>
      <vt:lpstr>Oswald</vt:lpstr>
      <vt:lpstr>Garamond</vt:lpstr>
      <vt:lpstr>Calibri</vt:lpstr>
      <vt:lpstr>Noto Sans Symbols</vt:lpstr>
      <vt:lpstr>Office Theme</vt:lpstr>
      <vt:lpstr>CodeCatalyst - 2025</vt:lpstr>
      <vt:lpstr>IDEA TITLE</vt:lpstr>
      <vt:lpstr>TECHNICAL APPROACH</vt:lpstr>
      <vt:lpstr>FEASIBILITY AND VIABILITY</vt:lpstr>
      <vt:lpstr>IMPACT AND BENEFITS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Jeremiah Caleb</dc:creator>
  <cp:lastModifiedBy>Jeremiah Caleb</cp:lastModifiedBy>
  <cp:revision>1</cp:revision>
  <dcterms:modified xsi:type="dcterms:W3CDTF">2025-10-27T16:00:42Z</dcterms:modified>
</cp:coreProperties>
</file>